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5130"/>
                </a:solidFill>
              </a:rPr>
              <a:t>Go for it, kick, or punt?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/>
              <a:t>• A fourth-down decision engine built on every NFL play since 2014</a:t>
            </a:r>
          </a:p>
          <a:p>
            <a:pPr>
              <a:spcAft>
                <a:spcPts val="1000"/>
              </a:spcAft>
            </a:pPr>
            <a:r>
              <a:rPr sz="2200"/>
              <a:t>• Version 1.3.0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5130"/>
                </a:solidFill>
              </a:rPr>
              <a:t>Fourth down is a choice between three gambles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/>
              <a:t>• Go for it: keep the drive, or hand the other team a short field</a:t>
            </a:r>
          </a:p>
          <a:p>
            <a:pPr>
              <a:spcAft>
                <a:spcPts val="1000"/>
              </a:spcAft>
            </a:pPr>
            <a:r>
              <a:rPr sz="2200"/>
              <a:t>• Field goal: three likely points, but you give up the ball</a:t>
            </a:r>
          </a:p>
          <a:p>
            <a:pPr>
              <a:spcAft>
                <a:spcPts val="1000"/>
              </a:spcAft>
            </a:pPr>
            <a:r>
              <a:rPr sz="2200"/>
              <a:t>• Punt: give up the ball, but pin them deep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5130"/>
                </a:solidFill>
              </a:rPr>
              <a:t>We ask one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/>
              <a:t>• After each choice, what is our chance to win the game?</a:t>
            </a:r>
          </a:p>
          <a:p>
            <a:pPr>
              <a:spcAft>
                <a:spcPts val="1000"/>
              </a:spcAft>
            </a:pPr>
            <a:r>
              <a:rPr sz="2200"/>
              <a:t>• Points alone miss the score and the clock: a tying kick with 4 seconds left is worth far more than 3 points</a:t>
            </a:r>
          </a:p>
          <a:p>
            <a:pPr>
              <a:spcAft>
                <a:spcPts val="1000"/>
              </a:spcAft>
            </a:pPr>
            <a:r>
              <a:rPr sz="2200"/>
              <a:t>• The choice with the best chance to win is the call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5130"/>
                </a:solidFill>
              </a:rPr>
              <a:t>What it learned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/>
              <a:t>• 580,005 plays from 2014 to 2025</a:t>
            </a:r>
          </a:p>
          <a:p>
            <a:pPr>
              <a:spcAft>
                <a:spcPts val="1000"/>
              </a:spcAft>
            </a:pPr>
            <a:r>
              <a:rPr sz="2200"/>
              <a:t>• How often teams win from every score, clock and spot on the field</a:t>
            </a:r>
          </a:p>
          <a:p>
            <a:pPr>
              <a:spcAft>
                <a:spcPts val="1000"/>
              </a:spcAft>
            </a:pPr>
            <a:r>
              <a:rPr sz="2200"/>
              <a:t>• How often teams convert, how often kicks go in, where punts land</a:t>
            </a:r>
          </a:p>
          <a:p>
            <a:pPr>
              <a:spcAft>
                <a:spcPts val="1000"/>
              </a:spcAft>
            </a:pPr>
            <a:r>
              <a:rPr sz="2200"/>
              <a:t>• How much time each kind of play takes off the clock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5130"/>
                </a:solidFill>
              </a:rPr>
              <a:t>Everything that matters goes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/>
              <a:t>• Always: score, time left, yards to go, field position, both teams' timeouts, the two-minute warning, who gets the ball at halftime</a:t>
            </a:r>
          </a:p>
          <a:p>
            <a:pPr>
              <a:spcAft>
                <a:spcPts val="1000"/>
              </a:spcAft>
            </a:pPr>
            <a:r>
              <a:rPr sz="2200"/>
              <a:t>• Switch on or off: wind, cold and rain · dome and altitude · how good each team is · your actual kicker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5130"/>
                </a:solidFill>
              </a:rPr>
              <a:t>How sure is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/>
              <a:t>• We re-built the whole engine 20 times on reshuffled games</a:t>
            </a:r>
          </a:p>
          <a:p>
            <a:pPr>
              <a:spcAft>
                <a:spcPts val="1000"/>
              </a:spcAft>
            </a:pPr>
            <a:r>
              <a:rPr sz="2200"/>
              <a:t>• If almost all 20 agree, the call is confident</a:t>
            </a:r>
          </a:p>
          <a:p>
            <a:pPr>
              <a:spcAft>
                <a:spcPts val="1000"/>
              </a:spcAft>
            </a:pPr>
            <a:r>
              <a:rPr sz="2200"/>
              <a:t>• If they split, it is a toss-up, and neither choice is a mistake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5130"/>
                </a:solidFill>
              </a:rPr>
              <a:t>Does it 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/>
              <a:t>• We tested it on two seasons it never saw</a:t>
            </a:r>
          </a:p>
          <a:p>
            <a:pPr>
              <a:spcAft>
                <a:spcPts val="1000"/>
              </a:spcAft>
            </a:pPr>
            <a:r>
              <a:rPr sz="2200"/>
              <a:t>• When coaches went for it, it predicted a 37% chance to win; those teams won 38%</a:t>
            </a:r>
          </a:p>
          <a:p>
            <a:pPr>
              <a:spcAft>
                <a:spcPts val="1000"/>
              </a:spcAft>
            </a:pPr>
            <a:r>
              <a:rPr sz="2200"/>
              <a:t>• Field goals: predicted 56%, actual 56% · Punts: predicted 47%, actual 47%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5130"/>
                </a:solidFill>
              </a:rPr>
              <a:t>Every coach's call, played twice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/>
              <a:t>• Once the way the coach called it, once the way the engine would</a:t>
            </a:r>
          </a:p>
          <a:p>
            <a:pPr>
              <a:spcAft>
                <a:spcPts val="1000"/>
              </a:spcAft>
            </a:pPr>
            <a:r>
              <a:rPr sz="2200"/>
              <a:t>• A coach is only charged when the engine is sure he was wrong</a:t>
            </a:r>
          </a:p>
          <a:p>
            <a:pPr>
              <a:spcAft>
                <a:spcPts val="1000"/>
              </a:spcAft>
            </a:pPr>
            <a:r>
              <a:rPr sz="2200"/>
              <a:t>• Coaches went for it on 13% of fourth downs in 2014 and 24% in 2025</a:t>
            </a:r>
          </a:p>
          <a:p>
            <a:pPr>
              <a:spcAft>
                <a:spcPts val="1000"/>
              </a:spcAft>
            </a:pPr>
            <a:r>
              <a:rPr sz="2200"/>
              <a:t>• Closest to the math: Liam Coen, Sean McDermott, Matt LaFleur</a:t>
            </a:r>
          </a:p>
          <a:p>
            <a:pPr>
              <a:spcAft>
                <a:spcPts val="1000"/>
              </a:spcAft>
            </a:pPr>
            <a:r>
              <a:rPr sz="2200"/>
              <a:t>• Furthest from it: Shane Steichen, Todd Bowles, Sean Payton</a:t>
            </a:r>
          </a:p>
          <a:p>
            <a:pPr>
              <a:spcAft>
                <a:spcPts val="1000"/>
              </a:spcAft>
            </a:pPr>
            <a:r>
              <a:rPr sz="2200"/>
              <a:t>• Trust the order more than the exact numbers: the engine's totals run higher than published research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5130"/>
                </a:solidFill>
              </a:rPr>
              <a:t>Kickers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/>
              <a:t>• A replacement-level kicker makes 61% from 50 yards; an average one makes 77%</a:t>
            </a:r>
          </a:p>
          <a:p>
            <a:pPr>
              <a:spcAft>
                <a:spcPts val="1000"/>
              </a:spcAft>
            </a:pPr>
            <a:r>
              <a:rPr sz="2200"/>
              <a:t>• The engine can use your actual kicker's accuracy and range</a:t>
            </a:r>
          </a:p>
          <a:p>
            <a:pPr>
              <a:spcAft>
                <a:spcPts val="1000"/>
              </a:spcAft>
            </a:pPr>
            <a:r>
              <a:rPr sz="2200"/>
              <a:t>• Best current kickers above replacement: B.Aubrey, C.Boswell, W.Reichard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5130"/>
                </a:solidFill>
              </a:rPr>
              <a:t>Built for game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/>
              <a:t>• Fill from a live game: pick the game and your side, and the score, clock, down and spot fill in</a:t>
            </a:r>
          </a:p>
          <a:p>
            <a:pPr>
              <a:spcAft>
                <a:spcPts val="1000"/>
              </a:spcAft>
            </a:pPr>
            <a:r>
              <a:rPr sz="2200"/>
              <a:t>• Pick the two teams and the stadium, roof and your kicker are set for you</a:t>
            </a:r>
          </a:p>
          <a:p>
            <a:pPr>
              <a:spcAft>
                <a:spcPts val="1000"/>
              </a:spcAft>
            </a:pPr>
            <a:r>
              <a:rPr sz="2200"/>
              <a:t>• Share any call as a link that opens straight to the answer</a:t>
            </a:r>
          </a:p>
          <a:p>
            <a:pPr>
              <a:spcAft>
                <a:spcPts val="1000"/>
              </a:spcAft>
            </a:pPr>
            <a:r>
              <a:rPr sz="2200"/>
              <a:t>• Every Tuesday: the week's costliest calls and best gutsy ones</a:t>
            </a:r>
          </a:p>
          <a:p>
            <a:pPr>
              <a:spcAft>
                <a:spcPts val="1000"/>
              </a:spcAft>
            </a:pPr>
            <a:r>
              <a:rPr sz="2200"/>
              <a:t>• willhoop.github.io/fourth-down — add it to your phone's home screen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5130"/>
                </a:solidFill>
              </a:rPr>
              <a:t>What it can't tell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/>
              <a:t>• '4th and 1' can mean inches or a full yard; the data can't tell them apart</a:t>
            </a:r>
          </a:p>
          <a:p>
            <a:pPr>
              <a:spcAft>
                <a:spcPts val="1000"/>
              </a:spcAft>
            </a:pPr>
            <a:r>
              <a:rPr sz="2200"/>
              <a:t>• It can't prove that following it wins more games: no one has run that experiment</a:t>
            </a:r>
          </a:p>
          <a:p>
            <a:pPr>
              <a:spcAft>
                <a:spcPts val="1000"/>
              </a:spcAft>
            </a:pPr>
            <a:r>
              <a:rPr sz="2200"/>
              <a:t>• Small edges are toss-ups, not mistakes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5130"/>
                </a:solidFill>
              </a:rPr>
              <a:t>Read the full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/>
              <a:t>• White paper: method, math, results and sources</a:t>
            </a:r>
          </a:p>
          <a:p>
            <a:pPr>
              <a:spcAft>
                <a:spcPts val="1000"/>
              </a:spcAft>
            </a:pPr>
            <a:r>
              <a:rPr sz="2200"/>
              <a:t>• docs/fourth-down-whitepaper.md  ·  build/fourth-down-whitepaper.pdf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